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15" autoAdjust="0"/>
    <p:restoredTop sz="94660"/>
  </p:normalViewPr>
  <p:slideViewPr>
    <p:cSldViewPr snapToGrid="0">
      <p:cViewPr varScale="1">
        <p:scale>
          <a:sx n="159" d="100"/>
          <a:sy n="159" d="100"/>
        </p:scale>
        <p:origin x="150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7C54202-F0E7-4FD8-A253-F4059FB8B3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2947401-B9F7-4D20-BCF0-65C496CC88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4EC2345-560C-47F1-B8E8-CE79DAD741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C8D63-5E57-44E5-AFF9-08187195FC0F}" type="datetimeFigureOut">
              <a:rPr lang="zh-CN" altLang="en-US" smtClean="0"/>
              <a:t>2025/1/27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A68E41E-018B-4F11-9FFF-DF99BABF19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E403F9D-5552-4460-8831-C5C96CD4C3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D5637-4F3B-4560-81C7-671BC3A36E5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7452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CFF49A-0543-4675-AE50-C30774B585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983173E-16CA-4F68-AFBD-5843CE00B6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68DDC73-0EAD-4B2C-A12E-23EDC573FE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C8D63-5E57-44E5-AFF9-08187195FC0F}" type="datetimeFigureOut">
              <a:rPr lang="zh-CN" altLang="en-US" smtClean="0"/>
              <a:t>2025/1/27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93BE0B1-C4C1-4B1E-8B1E-A281C7117B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2DE47AB-0A30-4DE0-ACD0-64610F9091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D5637-4F3B-4560-81C7-671BC3A36E5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59556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9977E4-3A85-41C9-89F5-B566094270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DBF2393-099E-401F-91BC-50DDFEFE71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813A25B-2670-4542-9666-F5A5747567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C8D63-5E57-44E5-AFF9-08187195FC0F}" type="datetimeFigureOut">
              <a:rPr lang="zh-CN" altLang="en-US" smtClean="0"/>
              <a:t>2025/1/27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30BB2A0-51E4-47C0-899B-1BD2735EF7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8885CF0-95CF-469F-A616-F4D61252AE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D5637-4F3B-4560-81C7-671BC3A36E5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86473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15ACFFB-BEE2-4D90-ADC9-4AE9942DB2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0C2048D-1276-44A3-8771-6855733BBF2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104945C-FFF4-4A86-B7D7-8A881EC2A8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B42D4F9-8EEE-4AEC-8455-4EE72241DB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C8D63-5E57-44E5-AFF9-08187195FC0F}" type="datetimeFigureOut">
              <a:rPr lang="zh-CN" altLang="en-US" smtClean="0"/>
              <a:t>2025/1/27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CCF7238-7767-4B0A-8FB1-0B637EE98D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8008552-9C92-4096-A39B-D3210E5AF1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D5637-4F3B-4560-81C7-671BC3A36E5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15310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BA81DB4-4043-4197-9CB5-BBBD8760F6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7A5975B-CFE0-459C-9438-BC1D11F30B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524732C-F442-4DF6-A355-D5B17ED7FE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825ACE4A-13E7-4FAE-A5E8-5C8326CB68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88E05010-46CE-4375-B0B2-566F07EB692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045FE6AD-1CD8-477A-850D-0007353E5B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C8D63-5E57-44E5-AFF9-08187195FC0F}" type="datetimeFigureOut">
              <a:rPr lang="zh-CN" altLang="en-US" smtClean="0"/>
              <a:t>2025/1/27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A4377995-F84A-4ED8-B1D5-599D1D3599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8C83BAA0-99F3-4D55-BB31-22949F1A36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D5637-4F3B-4560-81C7-671BC3A36E5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56113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137CAA1-9839-4347-A337-E16FE85CB5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7739BAF-6213-407C-AEDD-2D74A343DA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C8D63-5E57-44E5-AFF9-08187195FC0F}" type="datetimeFigureOut">
              <a:rPr lang="zh-CN" altLang="en-US" smtClean="0"/>
              <a:t>2025/1/27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2FA27C8C-54C1-4EAA-B904-F1E71DE4C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D5F0994-FA4F-454D-8524-57F2950AB9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D5637-4F3B-4560-81C7-671BC3A36E5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60958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76B9B3D-EB63-4B64-993A-3E53D6B503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C8D63-5E57-44E5-AFF9-08187195FC0F}" type="datetimeFigureOut">
              <a:rPr lang="zh-CN" altLang="en-US" smtClean="0"/>
              <a:t>2025/1/27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1D278C7-209F-40C4-8F0E-C26F9A820A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65AEFCF-BE9E-4860-945B-84B3250035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D5637-4F3B-4560-81C7-671BC3A36E5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82430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79D72FA-1A0B-40C5-8686-6CE6E2D69D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647E9A5-0806-42D0-A0AB-8FE9D5B339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3A9DA58-8879-4F9B-A4DE-8185F58E2B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20DA164-3C18-4E45-905B-923762FF00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C8D63-5E57-44E5-AFF9-08187195FC0F}" type="datetimeFigureOut">
              <a:rPr lang="zh-CN" altLang="en-US" smtClean="0"/>
              <a:t>2025/1/27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34B6EDF-46FB-4DA8-963E-6D271DEB84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B1F5EAB-9997-480F-BEAF-BC3BB68BBA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D5637-4F3B-4560-81C7-671BC3A36E5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92514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6230145-4863-43E3-A7A6-E4084D2DDE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30DE3EA3-3DDF-4202-A5B4-0AF75DAE8F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F8ED499-7160-4074-B6B4-8B1E89362D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94DCC71-C9F2-4EEA-97F5-ABFD657CAD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C8D63-5E57-44E5-AFF9-08187195FC0F}" type="datetimeFigureOut">
              <a:rPr lang="zh-CN" altLang="en-US" smtClean="0"/>
              <a:t>2025/1/27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E7170C4-C3A1-4780-8235-76712668D4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59ABFD6-7863-44C3-953B-A2D93BDBF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D5637-4F3B-4560-81C7-671BC3A36E5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20143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6DA9BA5-DD96-4197-B0E4-F7920BDCD6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0ED67A1-E3F4-45D1-B68D-B297174216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567335D-BAF7-4E29-B5E3-9D20C9648E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C8D63-5E57-44E5-AFF9-08187195FC0F}" type="datetimeFigureOut">
              <a:rPr lang="zh-CN" altLang="en-US" smtClean="0"/>
              <a:t>2025/1/27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88FAA71-7650-40BC-B862-58BAC11635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C92FC29-4E43-4B6F-9D5F-01DA81269F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D5637-4F3B-4560-81C7-671BC3A36E5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302250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42FF045A-B5C1-4F19-B314-F5054095D59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A28167A-B71E-43FB-80D9-F60BF7DCCF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50B0E54-5495-4B6D-BE55-D8F553CCD6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C8D63-5E57-44E5-AFF9-08187195FC0F}" type="datetimeFigureOut">
              <a:rPr lang="zh-CN" altLang="en-US" smtClean="0"/>
              <a:t>2025/1/27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F40EE8A-315E-4CBA-9749-0C3155C251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0A735EA-B7CB-468C-8E4B-DFD63B2810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D5637-4F3B-4560-81C7-671BC3A36E5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741466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3B0EF8FD-7813-4C49-9C4D-05C20C9087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6D1F811-7B60-46D8-9B0C-BA31D33BD3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2D25F2F-8B09-43C9-B526-45A92EDC310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4C8D63-5E57-44E5-AFF9-08187195FC0F}" type="datetimeFigureOut">
              <a:rPr lang="zh-CN" altLang="en-US" smtClean="0"/>
              <a:t>2025/1/27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47035EB-BBAB-4B24-A0E6-F83D5FBDC7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7B07964-339D-4F07-A9B7-903768F371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6D5637-4F3B-4560-81C7-671BC3A36E5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46067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2D67D15C-2FBD-43E3-B5F7-B6CE14EC549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874"/>
          <a:stretch/>
        </p:blipFill>
        <p:spPr>
          <a:xfrm>
            <a:off x="2578919" y="204665"/>
            <a:ext cx="8928510" cy="4397479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B870FBA9-553D-4E12-A08D-12A78EFCF39B}"/>
              </a:ext>
            </a:extLst>
          </p:cNvPr>
          <p:cNvSpPr txBox="1"/>
          <p:nvPr/>
        </p:nvSpPr>
        <p:spPr>
          <a:xfrm>
            <a:off x="4048002" y="4923677"/>
            <a:ext cx="7275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2014</a:t>
            </a:r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A91A61D-0409-451E-9DED-AA78219041D6}"/>
              </a:ext>
            </a:extLst>
          </p:cNvPr>
          <p:cNvSpPr txBox="1"/>
          <p:nvPr/>
        </p:nvSpPr>
        <p:spPr>
          <a:xfrm>
            <a:off x="4679343" y="4932263"/>
            <a:ext cx="7275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2015</a:t>
            </a:r>
            <a:endParaRPr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0689CB6-F854-4C3D-AC11-0EB2986544AA}"/>
              </a:ext>
            </a:extLst>
          </p:cNvPr>
          <p:cNvSpPr txBox="1"/>
          <p:nvPr/>
        </p:nvSpPr>
        <p:spPr>
          <a:xfrm>
            <a:off x="5357994" y="4929758"/>
            <a:ext cx="7275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2016</a:t>
            </a:r>
            <a:endParaRPr lang="zh-CN" alt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A1EE4CB-AE8A-47BF-9439-466E6615B7C4}"/>
              </a:ext>
            </a:extLst>
          </p:cNvPr>
          <p:cNvSpPr txBox="1"/>
          <p:nvPr/>
        </p:nvSpPr>
        <p:spPr>
          <a:xfrm>
            <a:off x="6047287" y="4935692"/>
            <a:ext cx="7275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2017</a:t>
            </a:r>
            <a:endParaRPr lang="zh-CN" altLang="en-US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4E65C96-169F-486B-992A-0F462BE232D5}"/>
              </a:ext>
            </a:extLst>
          </p:cNvPr>
          <p:cNvSpPr txBox="1"/>
          <p:nvPr/>
        </p:nvSpPr>
        <p:spPr>
          <a:xfrm>
            <a:off x="6629692" y="4928352"/>
            <a:ext cx="7275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2018</a:t>
            </a:r>
            <a:endParaRPr lang="zh-CN" altLang="en-US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E94E7863-937C-478E-BF24-309638CFE997}"/>
              </a:ext>
            </a:extLst>
          </p:cNvPr>
          <p:cNvSpPr txBox="1"/>
          <p:nvPr/>
        </p:nvSpPr>
        <p:spPr>
          <a:xfrm>
            <a:off x="7277767" y="4929758"/>
            <a:ext cx="7275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2019</a:t>
            </a:r>
            <a:endParaRPr lang="zh-CN" altLang="en-US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F1F4D55F-871E-4027-9E7E-562340EEB64E}"/>
              </a:ext>
            </a:extLst>
          </p:cNvPr>
          <p:cNvSpPr txBox="1"/>
          <p:nvPr/>
        </p:nvSpPr>
        <p:spPr>
          <a:xfrm>
            <a:off x="7970270" y="4927970"/>
            <a:ext cx="7275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2020</a:t>
            </a:r>
            <a:endParaRPr lang="zh-CN" altLang="en-US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EE49FBC0-0651-4912-AED1-ED840C94E6BB}"/>
              </a:ext>
            </a:extLst>
          </p:cNvPr>
          <p:cNvSpPr txBox="1"/>
          <p:nvPr/>
        </p:nvSpPr>
        <p:spPr>
          <a:xfrm>
            <a:off x="8675643" y="4922791"/>
            <a:ext cx="7275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2021</a:t>
            </a:r>
            <a:endParaRPr lang="zh-CN" altLang="en-US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ABE36A0D-63A1-4088-8180-5AFE5C85BAE3}"/>
              </a:ext>
            </a:extLst>
          </p:cNvPr>
          <p:cNvSpPr txBox="1"/>
          <p:nvPr/>
        </p:nvSpPr>
        <p:spPr>
          <a:xfrm>
            <a:off x="9291964" y="4927970"/>
            <a:ext cx="7275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2022</a:t>
            </a:r>
            <a:endParaRPr lang="zh-CN" altLang="en-US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9ACB8140-885D-4F79-9A33-D3A9AE5AEF5A}"/>
              </a:ext>
            </a:extLst>
          </p:cNvPr>
          <p:cNvSpPr txBox="1"/>
          <p:nvPr/>
        </p:nvSpPr>
        <p:spPr>
          <a:xfrm>
            <a:off x="9947341" y="4929758"/>
            <a:ext cx="7275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2023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089057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1E65F1B9-F3B3-4E21-AAE3-78F967CA29A5}"/>
              </a:ext>
            </a:extLst>
          </p:cNvPr>
          <p:cNvSpPr txBox="1"/>
          <p:nvPr/>
        </p:nvSpPr>
        <p:spPr>
          <a:xfrm>
            <a:off x="4048002" y="4923677"/>
            <a:ext cx="7275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2014</a:t>
            </a:r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80C47A6-2D61-4E3B-8CBD-C4F0D95D7661}"/>
              </a:ext>
            </a:extLst>
          </p:cNvPr>
          <p:cNvSpPr txBox="1"/>
          <p:nvPr/>
        </p:nvSpPr>
        <p:spPr>
          <a:xfrm>
            <a:off x="4679343" y="4932263"/>
            <a:ext cx="7275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2015</a:t>
            </a:r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FAEA8A1-54D7-459C-A2A6-ABFE920887BB}"/>
              </a:ext>
            </a:extLst>
          </p:cNvPr>
          <p:cNvSpPr txBox="1"/>
          <p:nvPr/>
        </p:nvSpPr>
        <p:spPr>
          <a:xfrm>
            <a:off x="5357994" y="4929758"/>
            <a:ext cx="7275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2016</a:t>
            </a:r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FE92703-617B-45C9-B832-A47841F3CDA2}"/>
              </a:ext>
            </a:extLst>
          </p:cNvPr>
          <p:cNvSpPr txBox="1"/>
          <p:nvPr/>
        </p:nvSpPr>
        <p:spPr>
          <a:xfrm>
            <a:off x="6047287" y="4935692"/>
            <a:ext cx="7275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2017</a:t>
            </a:r>
            <a:endParaRPr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DF7EDEE1-F7DE-4D56-91D6-87E68C92E57F}"/>
              </a:ext>
            </a:extLst>
          </p:cNvPr>
          <p:cNvSpPr txBox="1"/>
          <p:nvPr/>
        </p:nvSpPr>
        <p:spPr>
          <a:xfrm>
            <a:off x="6629692" y="4928352"/>
            <a:ext cx="7275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2018</a:t>
            </a:r>
            <a:endParaRPr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15B39CF-A397-4950-AD5D-18BAEC652B56}"/>
              </a:ext>
            </a:extLst>
          </p:cNvPr>
          <p:cNvSpPr txBox="1"/>
          <p:nvPr/>
        </p:nvSpPr>
        <p:spPr>
          <a:xfrm>
            <a:off x="7277767" y="4929758"/>
            <a:ext cx="7275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2019</a:t>
            </a:r>
            <a:endParaRPr lang="zh-CN" alt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9811EF1-7166-4BE4-A533-472BA094D29B}"/>
              </a:ext>
            </a:extLst>
          </p:cNvPr>
          <p:cNvSpPr txBox="1"/>
          <p:nvPr/>
        </p:nvSpPr>
        <p:spPr>
          <a:xfrm>
            <a:off x="7970270" y="4927970"/>
            <a:ext cx="7275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2020</a:t>
            </a:r>
            <a:endParaRPr lang="zh-CN" altLang="en-US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596899CD-48A9-40EA-BF4C-4603EA08B21D}"/>
              </a:ext>
            </a:extLst>
          </p:cNvPr>
          <p:cNvSpPr txBox="1"/>
          <p:nvPr/>
        </p:nvSpPr>
        <p:spPr>
          <a:xfrm>
            <a:off x="8675643" y="4922791"/>
            <a:ext cx="7275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2021</a:t>
            </a:r>
            <a:endParaRPr lang="zh-CN" altLang="en-US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9177EEF4-49D9-40B3-9604-000FF05EDC76}"/>
              </a:ext>
            </a:extLst>
          </p:cNvPr>
          <p:cNvSpPr txBox="1"/>
          <p:nvPr/>
        </p:nvSpPr>
        <p:spPr>
          <a:xfrm>
            <a:off x="9291964" y="4927970"/>
            <a:ext cx="7275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2022</a:t>
            </a:r>
            <a:endParaRPr lang="zh-CN" altLang="en-US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DF4CD8A8-AFA1-48F3-A05C-972071B4A9FA}"/>
              </a:ext>
            </a:extLst>
          </p:cNvPr>
          <p:cNvSpPr txBox="1"/>
          <p:nvPr/>
        </p:nvSpPr>
        <p:spPr>
          <a:xfrm>
            <a:off x="9947341" y="4929758"/>
            <a:ext cx="7275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2023</a:t>
            </a:r>
            <a:endParaRPr lang="zh-CN" altLang="en-US" dirty="0"/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070D1DD9-0D58-4131-A2E7-890DCB053D6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274"/>
          <a:stretch/>
        </p:blipFill>
        <p:spPr>
          <a:xfrm>
            <a:off x="2575909" y="1055317"/>
            <a:ext cx="9124802" cy="3943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88492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20</Words>
  <Application>Microsoft Office PowerPoint</Application>
  <PresentationFormat>宽屏</PresentationFormat>
  <Paragraphs>20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6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Optimus Prime</dc:creator>
  <cp:lastModifiedBy>Optimus Prime</cp:lastModifiedBy>
  <cp:revision>3</cp:revision>
  <dcterms:created xsi:type="dcterms:W3CDTF">2025-01-27T14:49:51Z</dcterms:created>
  <dcterms:modified xsi:type="dcterms:W3CDTF">2025-01-27T15:47:41Z</dcterms:modified>
</cp:coreProperties>
</file>